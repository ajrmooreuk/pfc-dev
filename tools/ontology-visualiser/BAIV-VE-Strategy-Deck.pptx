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BAIV — VE Strategy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VE Skill Chain Coverage: VSOM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ontology instance data • 2026-03-09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Brand: BAIV • DS-ONT token-governed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&amp; VSOM Cascade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3 strategies, 10 objectives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4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&amp; VSOM Cascade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Strategic foundation for BAIV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When businesses think 'how do I get recommended by AI', they think Be AI Visible. We own the AI Visibility category the way SEO owned Google rankings.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Key Insight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40% of B2B purchase decisions now include AI conversation research. There is a 12-18 month window before incumbent SEO tools add AI tracking. Category creation is the strategic imperative.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VSOM — 3 Strategy Pillars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S1 · AI Visibility Category Creation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Establish BAIV as the category-defining platform for AI Visibility — the way SEMrush defined SEO tooling. First-mover advantage with 12-18 month window before incumbents respond.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S2 · Ontology-Driven Platform Architecture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Use the 52-ontology PFC knowledge graph to deliver 10x faster feature development via semantic understanding, enabling AI Visibility scoring, cross-LLM tracking, and content optimization at a depth competitors cannot match.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S3 · Discovery Audit as Growth Engine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Use a 2.5-minute AI Visibility audit as the primary customer acquisition engine — a low-friction, high-value entry point that demonstrates the AI Visibility gap and drives platform subscriptions.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Strategic Objectives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097280"/>
                <a:gridCol w="109728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6B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Objective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6B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BSC Perspective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6B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Priority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6B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Baseline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B6B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Target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Scale to $466K MRR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$15K MRR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$466K MRR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Maintain healthy churn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Unknown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&lt;5%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Client success validation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No benchmark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90% achieving 3x citations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Build BAIV's own AI Visibility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Market education and audience reach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17,500 audience reach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Complete Platform MVP1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87%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Discovery Audit conversion engine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Prototype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Fully operational with conversion tracking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Scale active agency clients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6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58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16-agent AI engine operational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Architecture designed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16 agents deployed and operational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Cross-LLM tracking coverage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Partial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F3F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 LLMs tracked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Summary — BAIV VE Chain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VSOM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3 strategies, 10 objectives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C998B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Coverage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1/5 VE stages: VSOM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4B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BAIV • VE Strategy Deck • DS-ONT Token-Governed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3F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VE chain instance data • 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BAIV — VE Strategy Deck</dc:title>
  <dc:subject>PptxGenJS Presentation</dc:subject>
  <dc:creator>PF-Core / Claude</dc:creator>
  <cp:lastModifiedBy>PF-Core / Claude</cp:lastModifiedBy>
  <cp:revision>1</cp:revision>
  <dcterms:created xsi:type="dcterms:W3CDTF">2026-03-09T16:45:38Z</dcterms:created>
  <dcterms:modified xsi:type="dcterms:W3CDTF">2026-03-09T16:45:38Z</dcterms:modified>
</cp:coreProperties>
</file>