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Regulatory Compliance &amp; Security — VE Strategy Deck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VE Skill Chain Coverage: VP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Generated from ontology instance data • 2026-03-09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Brand: Regulatory Compliance &amp; Security • DS-ONT token-governed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314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Value Proposition Canvas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3 problems, 1 solutions, 5 benefits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314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Value Proposition Canvas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Problems → Solutions → Benefits (VP-ONT / RRR-ONT aligned)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314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Value Propositions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RCS Unified Compliance &amp; Security Value Proposition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For CISOs, Compliance Officers, and IT Directors in regulated industries who need unified compliance visibility across multiple security frameworks, RCS provides a multi-framework compliance assessment and gap analysis platform that delivers cross-framework coverage mapping, automated audit preparation, and continuous compliance monitoring — unlike point-solution compliance tools or framework-specific assessments — because our approach unifies MCSB, GDPR, PII, and Azure security baselines through RCSG-Series ontologies with automated cross-referencing and gap detection across overlapping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314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Customer Problems (vp:Problem → rrr:Risk)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P1 · Functional (Critical)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CISOs in regulated industries struggle with fragmented compliance across multiple frameworks (MCSB, GDPR, PII, Azure Security Baseline) when demonstrating regulatory adherence, resulting in 40% duplicated effort across frameworks, $500K-$2M annual wasted spend on overlapping assessments, and critical gaps at framework intersection points that auditors consistently flag.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P2 · Economic (Major)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Compliance Directors struggle with audit preparation overhead when coordinating evidence collection across MCSB, GDPR, and PII requirements, resulting in 3-6 month preparation cycles per framework, $200K-$500K in annual audit prep costs, and 30% of compliance team capacity consumed by evidence gathering rather than remediation.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P3 · Functional (Major)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Security Analysts struggle with manual control mapping when cross-referencing MCSB controls to GDPR articles to PII requirements, resulting in 60+ hours per mapping cycle, 15-20% error rate in cross-references, and inability to identify true coverage gaps across overlapping frameworks.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Pain Points — Quantified Impact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0E62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Pain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0E62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Dimension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0E62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Impact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40% of compliance effort is duplicated across MCSB, GDPR, and PII frameworks due…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Economic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800000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Critical compliance gaps exist at framework intersection points (e.g., GDPR data…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Functional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35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Each audit preparation cycle takes 3-6 months of dedicated compliance team effor…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Economic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350000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Manual cross-framework control mapping has a 15-20% error rate, with analysts mi…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Functional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60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GDPR fines up to 4% of global turnover, MCSB non-compliance risks Azure service 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Economic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20000000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314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Solutions &amp; Benefits (vp:Solution → rrr:Requirement)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Solutions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RCS Unified Compliance Assessment Platform: Multi-framework compliance dashboard (MCSB, GDPR, PII, Azure Security Baseline); Automated cross-framework control mappi…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Benefits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60 — 60% reduction in audit preparation time through automated evidence collection, pre-mapped controls, 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85 — Achieve and maintain 85%+ compliance coverage score across all applicable frameworks within 90 days,…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40 — Eliminate 40% duplicated compliance effort by automatically identifying overlapping requirements acr…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 — Significant reduction in regulatory penalty exposure through comprehensive cross-framework gap ident…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200 — 2x improvement in remediation velocity by prioritising fixes based on cross-framework impact — fixin…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Ideal Customer Profiles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0E62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ICP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0E62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Industry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0E62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Size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0E62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Key Needs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CEAEC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Regulated Industry Enterprise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14A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314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Summary — Regulatory Compliance &amp; Security VE Chain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VP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 VPs, 3 problems, 1 solutions, 5 benefits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574D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Coverage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1/5 VE stages: VP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D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314A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Regulatory Compliance &amp; Security • VE Strategy Deck • DS-ONT Token-Governed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AEC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Generated from VE chain instance data • 2026-03-09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Compliance &amp; Security — VE Strategy Deck</dc:title>
  <dc:subject>PptxGenJS Presentation</dc:subject>
  <dc:creator>PF-Core / Claude</dc:creator>
  <cp:lastModifiedBy>PF-Core / Claude</cp:lastModifiedBy>
  <cp:revision>1</cp:revision>
  <dcterms:created xsi:type="dcterms:W3CDTF">2026-03-09T16:45:38Z</dcterms:created>
  <dcterms:modified xsi:type="dcterms:W3CDTF">2026-03-09T16:45:38Z</dcterms:modified>
</cp:coreProperties>
</file>