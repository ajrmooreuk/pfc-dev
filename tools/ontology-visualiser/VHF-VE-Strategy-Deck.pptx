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Nutrition App — VE Strategy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 Skill Chain Coverage: VP → RRR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Generated from ontology instance data • 2026-03-09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Brand: VHF Nutrition App • DS-ONT token-governed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Value Proposition Canvas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problems, 4 solutions, 4 benefits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Roles &amp; Responsibilities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functional roles (RRR-ONT)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7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Value Proposition Canvas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Problems → Solutions → Benefits (VP-ONT / RRR-ONT aligned)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Value Propositions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Weight Management Value Proposition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delivers AI-personalised meal plans that target your exact macro needs, track your weight progress, and keep you clinically safe -- so you lose weight consistently without guesswork or risk.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Measurable weight progress with clinical safety guardrails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Personalised macro targets adjusted to medical conditions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30-day automated meal plans with weekly progress checkpoints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Coach-supervised AI ensuring human oversight of clinical safety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Dietary Compliance Value Proposition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resolves the impossible puzzle of multiple dietary restrictions and allergens -- so every meal in your plan is 100% safe, 100% compliant, with zero manual checking.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100% allergen-safe meal plans with zero violations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Automatic constraint resolution across 30 diet types x 14 allergen categories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Elimination of manual allergen checking by coaches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 confidence in every meal recommendation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Coach Efficiency Value Proposition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automates the 4-6 hours a coach spends creating each meal plan down to minutes -- freeing Coach James to focus on client relationships, progress coaching, and growing the business to 10x current client capacity.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10x coach throughput (from 20 to 200+ active clients per coach)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 generation reduced from 4-6 hours to under 10 minutes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 quality across all generated plans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Coach time redirected from plan creation to client coaching and retention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Nutritional Quality Value Proposition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meal plans are never boring and never off-target -- variety rules prevent repetition, portion scaling hits your macros precisely, and theme curation makes every week feel fresh while keeping you on track.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Greater than 60% variety score across all generated plans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Less than 5% macro variance from target across all meals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Theme-curated weeks (Mediterranean, Asian, comfort food) for engagement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Portion scaling that maintains macro accuracy across serving sizes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Problems (vp:Problem → rrr:Risk)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· Functional (Critical)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Clients with medical conditions (diabetes, PCOS, thyroid disorders, IBS) struggle to manage weight because generic diet plans ignore their clinical constraints -- leading to unsafe food choices, stalled progress, and abandonment of nutrition programmes within 4-6 weeks.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· Functional (Critical)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Clients with multiple dietary restrictions and allergens face overwhelming confusion -- combining vegan + nut-free + low-FODMAP requires expert knowledge that most nutrition coaches lack, leading to unsafe recommendations, client distrust, and liability risk for the coaching business.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· Economic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Nutrition coaches spend 4-6 hours manually creating each personalised meal plan -- researching recipes, calculating macros, checking allergens, ensuring variety, and formatting for client delivery. This limits Coach James to approximately 20 active clients, creating a direct bottleneck on revenue growth and making the coaching model unsustainable at scale.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P4 · Functional (Major)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Manually curated meal plans suffer from recipe pool inadequacy -- coaches reuse the same 30-50 recipes, leading to monotonous plans that clients abandon within 3 weeks. Macro adherence varies wildly (15-25% variance) because portion calculations are done manually and recipes are not standardised for macro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Pain Points — Quantified Impact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Pain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Dimension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Impact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Clients with medical conditions receive generic meal plans that ignore their cli…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Functional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35% of UK adults have at least one medical condition affecting diet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Coaches spend 30-45 minutes per plan manually cross-checking recipes against cli…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Process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30-45 minutes per plan for allergen verification alone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Manually curated plans reuse the same 30-50 recipes, causing client boredom and …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Functional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65% average dropout rate on monotonous plans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Manual portion calculations produce 15-25% macro variance from targets -- client…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Functional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2F1F1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15-25% average macro variance on manually calculated plans</a:t>
                      </a: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Solutions &amp; Benefits (vp:Solution → rrr:Requirement)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AI-Generated Personalised Meal Plans with Macro Targeting: AI meal plan generator that takes client medical profile, dietary restrictions, and weight goals as inputs, then generat…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Multi-Constraint Resolution Engine (30 Diet Types x 14 Allergens): Constraint-resolution engine that models 30 diet types (keto, vegan, halal, low-FODMAP, Mediterranean, etc.) and 14 majo…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Automated 30-Day Meal Plan Generation with Coaching Protocols: AI pipeline that generates complete 30-day meal plans (90 meals + snacks) in under 10 minutes, incorporating all client 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Variety Rules + Portion Scaling + Theme Curation: Three-layer quality enforcement: (1) Variety rules prevent recipe repetition within configurable windows (default: no re…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Benefits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 weight trajectory within 2% of plan; zero clinical safety violations — Measurable weight progress with clinical safety -- clients achieve target weight trajectory (within 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100% allergen compliance rate; zero violations across all generated plans — 100% allergen-safe meal plans with zero violations -- every meal in every plan passes all active die…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10x client capacity per coach; 4-6 hours reduced to &lt;10 minutes per plan — 10x coach throughput -- Coach James scales from 20 to 200+ active clients without additional coachin…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&gt;60% variety score; &lt;5% macro variance from target — Greater than 60% variety score and less than 5% macro variance across all generated plans -- clients…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7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functional roles (RRR-ONT)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Functional Roles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Role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Type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23D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Description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7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Summary — VHF Nutrition App VE Chain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VPs, 4 problems, 4 solutions, 4 benefits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RRR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functional roles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A923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Coverage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2/5 VE stages: VP → RRR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17C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VHF Nutrition App • VE Strategy Deck • DS-ONT Token-Governed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1F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Generated from VE chain instance data • 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VHF Nutrition App — VE Strategy Deck</dc:title>
  <dc:subject>PptxGenJS Presentation</dc:subject>
  <dc:creator>PF-Core / Claude</dc:creator>
  <cp:lastModifiedBy>PF-Core / Claude</cp:lastModifiedBy>
  <cp:revision>1</cp:revision>
  <dcterms:created xsi:type="dcterms:W3CDTF">2026-03-09T16:45:38Z</dcterms:created>
  <dcterms:modified xsi:type="dcterms:W3CDTF">2026-03-09T16:45:38Z</dcterms:modified>
</cp:coreProperties>
</file>